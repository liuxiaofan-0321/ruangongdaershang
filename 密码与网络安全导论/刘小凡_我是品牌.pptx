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750cfedca440fa" /><Relationship Type="http://schemas.openxmlformats.org/officeDocument/2006/relationships/extended-properties" Target="/docProps/app.xml" Id="R42e85552c79244a3" /><Relationship Type="http://schemas.openxmlformats.org/officeDocument/2006/relationships/officeDocument" Target="/ppt/presentation.xml" Id="Rc47d72aabf4c4a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b7c87e64df4d94"/>
  </p:sldMasterIdLst>
  <p:notesMasterIdLst>
    <p:notesMasterId xmlns:r="http://schemas.openxmlformats.org/officeDocument/2006/relationships" r:id="R558b51d5ac9446d0"/>
  </p:notesMasterIdLst>
  <p:sldIdLst>
    <p:sldId xmlns:r="http://schemas.openxmlformats.org/officeDocument/2006/relationships" id="256" r:id="R0635ff674c6b4c8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caafabf2094b53" /><Relationship Type="http://schemas.openxmlformats.org/officeDocument/2006/relationships/slideMaster" Target="/ppt/slideMasters/slideMaster1.xml" Id="R3fb7c87e64df4d94" /><Relationship Type="http://schemas.openxmlformats.org/officeDocument/2006/relationships/notesMaster" Target="/ppt/notesMasters/notesMaster1.xml" Id="R558b51d5ac9446d0" /><Relationship Type="http://schemas.openxmlformats.org/officeDocument/2006/relationships/presProps" Target="/ppt/presProps.xml" Id="R3125cfd1ee094756" /><Relationship Type="http://schemas.openxmlformats.org/officeDocument/2006/relationships/tableStyles" Target="/ppt/tableStyles.xml" Id="Rc4435f8c5a464485" /><Relationship Type="http://schemas.openxmlformats.org/officeDocument/2006/relationships/slide" Target="/ppt/slides/slide1.xml" Id="R0635ff674c6b4c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c734c974cc45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235855b5c74a3d" /><Relationship Type="http://schemas.openxmlformats.org/officeDocument/2006/relationships/notesMaster" Target="/ppt/notesMasters/notesMaster1.xml" Id="Rce88f5b7414140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个人资料由刘小凡提供：性格较为开朗，MBTI为ENTJ；爱好编程、历史、看足球、乒乓球、唱歌；擅长乒乓球和编程；目标是充实自己。品牌名“凡事有解”、品牌宣言和符号为本作业的创意设计，不代表已有口头禅或真实品牌。插画由内置图像生成工具创作。提示词概要：暖白背景，钴蓝乒乓球拍、橙红胶面、白色代码括号、黄绿色球和笔记本电脑，简洁3D风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fc3dd3d33f4d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4847f5e20d45fb" /><Relationship Type="http://schemas.openxmlformats.org/officeDocument/2006/relationships/slideLayout" Target="/ppt/slideLayouts/slideLayout1.xml" Id="R1b9cdcf4f6b047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9cdcf4f6b047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5cf91bc644f5e" /><Relationship Type="http://schemas.openxmlformats.org/officeDocument/2006/relationships/image" Target="/ppt/media/image.png" Id="R2d07a54e14134259" /><Relationship Type="http://schemas.openxmlformats.org/officeDocument/2006/relationships/notesSlide" Target="/ppt/notesSlides/notesSlide1.xml" Id="R1d3dcd01429d4a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7a54e14134259"/>
          <a:stretch xmlns:a="http://schemas.openxmlformats.org/drawingml/2006/main"/>
        </p:blipFill>
        <p:spPr>
          <a:xfrm xmlns:a="http://schemas.openxmlformats.org/drawingml/2006/main">
            <a:off x="1114425" y="2419350"/>
            <a:ext cx="5372100" cy="5372100"/>
          </a:xfrm>
          <a:prstGeom xmlns:a="http://schemas.openxmlformats.org/drawingml/2006/main" prst="rect">
            <a:avLst/>
          </a:prstGeom>
        </p:spPr>
      </p:pic>
      <p:sp>
        <p:nvSpPr>
          <p:cNvPr id="2" name="assignment">
            <a:extLst xmlns:a="http://schemas.openxmlformats.org/drawingml/2006/main">
              <a:ext uri="{FF2B5EF4-FFF2-40B4-BE49-F238E27FC236}">
                <a16:creationId xmlns:a16="http://schemas.microsoft.com/office/drawing/2014/main" id="{2295C3B7-A6B3-4EC0-BF25-32056638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1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6D8"/>
                </a:solidFill>
                <a:latin typeface="Microsoft YaHei"/>
                <a:ea typeface="Microsoft YaHei"/>
                <a:cs typeface="Microsoft YaHei"/>
              </a:rPr>
              <a:t>我是品牌</a:t>
            </a:r>
          </a:p>
        </p:txBody>
      </p:sp>
      <p:sp>
        <p:nvSpPr>
          <p:cNvPr id="3" name="brand-name">
            <a:extLst xmlns:a="http://schemas.openxmlformats.org/drawingml/2006/main">
              <a:ext uri="{FF2B5EF4-FFF2-40B4-BE49-F238E27FC236}">
                <a16:creationId xmlns:a16="http://schemas.microsoft.com/office/drawing/2014/main" id="{93226059-FDDA-4696-8722-03205CFF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676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31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3156D8"/>
                </a:solidFill>
                <a:latin typeface="Microsoft YaHei"/>
                <a:ea typeface="Microsoft YaHei"/>
                <a:cs typeface="Microsoft YaHei"/>
              </a:rPr>
              <a:t>凡事有解</a:t>
            </a:r>
          </a:p>
        </p:txBody>
      </p:sp>
      <p:sp>
        <p:nvSpPr>
          <p:cNvPr id="4" name="student-name">
            <a:extLst xmlns:a="http://schemas.openxmlformats.org/drawingml/2006/main">
              <a:ext uri="{FF2B5EF4-FFF2-40B4-BE49-F238E27FC236}">
                <a16:creationId xmlns:a16="http://schemas.microsoft.com/office/drawing/2014/main" id="{88288031-BE87-455C-A5A1-ECEB9627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92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92C4E"/>
                </a:solidFill>
                <a:latin typeface="Microsoft YaHei"/>
                <a:ea typeface="Microsoft YaHei"/>
                <a:cs typeface="Microsoft YaHei"/>
              </a:rPr>
              <a:t>刘小凡</a:t>
            </a:r>
          </a:p>
        </p:txBody>
      </p:sp>
      <p:sp>
        <p:nvSpPr>
          <p:cNvPr id="5" name="personality">
            <a:extLst xmlns:a="http://schemas.openxmlformats.org/drawingml/2006/main">
              <a:ext uri="{FF2B5EF4-FFF2-40B4-BE49-F238E27FC236}">
                <a16:creationId xmlns:a16="http://schemas.microsoft.com/office/drawing/2014/main" id="{BA0FA668-EC75-4A67-B439-D20E1391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1812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8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8717C"/>
                </a:solidFill>
                <a:latin typeface="Microsoft YaHei"/>
                <a:ea typeface="Microsoft YaHei"/>
                <a:cs typeface="Microsoft YaHei"/>
              </a:rPr>
              <a:t>开朗 / ENTJ</a:t>
            </a:r>
          </a:p>
        </p:txBody>
      </p:sp>
      <p:sp>
        <p:nvSpPr>
          <p:cNvPr id="6" name="manifesto-label">
            <a:extLst xmlns:a="http://schemas.openxmlformats.org/drawingml/2006/main">
              <a:ext uri="{FF2B5EF4-FFF2-40B4-BE49-F238E27FC236}">
                <a16:creationId xmlns:a16="http://schemas.microsoft.com/office/drawing/2014/main" id="{0010B6A1-C14F-47C6-AC38-603D1FC9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95300"/>
            <a:ext cx="604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6D8"/>
                </a:solidFill>
                <a:latin typeface="Microsoft YaHei"/>
                <a:ea typeface="Microsoft YaHei"/>
                <a:cs typeface="Microsoft YaHei"/>
              </a:rPr>
              <a:t>品牌宣言</a:t>
            </a:r>
          </a:p>
        </p:txBody>
      </p:sp>
      <p:sp>
        <p:nvSpPr>
          <p:cNvPr id="7" name="manifesto-line1">
            <a:extLst xmlns:a="http://schemas.openxmlformats.org/drawingml/2006/main">
              <a:ext uri="{FF2B5EF4-FFF2-40B4-BE49-F238E27FC236}">
                <a16:creationId xmlns:a16="http://schemas.microsoft.com/office/drawing/2014/main" id="{917DFC09-9706-445F-A6FE-5E1B1CDD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4297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C4E"/>
                </a:solidFill>
                <a:latin typeface="Microsoft YaHei"/>
                <a:ea typeface="Microsoft YaHei"/>
                <a:cs typeface="Microsoft YaHei"/>
              </a:rPr>
              <a:t>用代码解题，</a:t>
            </a:r>
          </a:p>
        </p:txBody>
      </p:sp>
      <p:sp>
        <p:nvSpPr>
          <p:cNvPr id="8" name="manifesto-line2">
            <a:extLst xmlns:a="http://schemas.openxmlformats.org/drawingml/2006/main">
              <a:ext uri="{FF2B5EF4-FFF2-40B4-BE49-F238E27FC236}">
                <a16:creationId xmlns:a16="http://schemas.microsoft.com/office/drawing/2014/main" id="{2EF714D3-9D1C-4D31-90FA-DD7F80A6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2C4E"/>
                </a:solidFill>
                <a:latin typeface="Microsoft YaHei"/>
                <a:ea typeface="Microsoft YaHei"/>
                <a:cs typeface="Microsoft YaHei"/>
              </a:rPr>
              <a:t>用热爱充实自己。</a:t>
            </a:r>
          </a:p>
        </p:txBody>
      </p:sp>
      <p:sp>
        <p:nvSpPr>
          <p:cNvPr id="9" name="position-label">
            <a:extLst xmlns:a="http://schemas.openxmlformats.org/drawingml/2006/main">
              <a:ext uri="{FF2B5EF4-FFF2-40B4-BE49-F238E27FC236}">
                <a16:creationId xmlns:a16="http://schemas.microsoft.com/office/drawing/2014/main" id="{61473163-54F3-42D2-9D88-BCF67B66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47950"/>
            <a:ext cx="604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6D8"/>
                </a:solidFill>
                <a:latin typeface="Microsoft YaHei"/>
                <a:ea typeface="Microsoft YaHei"/>
                <a:cs typeface="Microsoft YaHei"/>
              </a:rPr>
              <a:t>品牌定位</a:t>
            </a:r>
          </a:p>
        </p:txBody>
      </p:sp>
      <p:sp>
        <p:nvSpPr>
          <p:cNvPr id="10" name="position-1">
            <a:extLst xmlns:a="http://schemas.openxmlformats.org/drawingml/2006/main">
              <a:ext uri="{FF2B5EF4-FFF2-40B4-BE49-F238E27FC236}">
                <a16:creationId xmlns:a16="http://schemas.microsoft.com/office/drawing/2014/main" id="{E39B1E46-BCD0-46BF-B602-6924EBDE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57525"/>
            <a:ext cx="604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92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92C4E"/>
                </a:solidFill>
                <a:latin typeface="Microsoft YaHei"/>
                <a:ea typeface="Microsoft YaHei"/>
                <a:cs typeface="Microsoft YaHei"/>
              </a:rPr>
              <a:t>开朗的行动派，</a:t>
            </a:r>
          </a:p>
        </p:txBody>
      </p:sp>
      <p:sp>
        <p:nvSpPr>
          <p:cNvPr id="11" name="position-2">
            <a:extLst xmlns:a="http://schemas.openxmlformats.org/drawingml/2006/main">
              <a:ext uri="{FF2B5EF4-FFF2-40B4-BE49-F238E27FC236}">
                <a16:creationId xmlns:a16="http://schemas.microsoft.com/office/drawing/2014/main" id="{1E32830C-51F4-4354-9FEC-D58879C6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76625"/>
            <a:ext cx="604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92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92C4E"/>
                </a:solidFill>
                <a:latin typeface="Microsoft YaHei"/>
                <a:ea typeface="Microsoft YaHei"/>
                <a:cs typeface="Microsoft YaHei"/>
              </a:rPr>
              <a:t>在学习和运动中不断成长。</a:t>
            </a:r>
          </a:p>
        </p:txBody>
      </p:sp>
      <p:sp>
        <p:nvSpPr>
          <p:cNvPr id="12" name="hobbies-label">
            <a:extLst xmlns:a="http://schemas.openxmlformats.org/drawingml/2006/main">
              <a:ext uri="{FF2B5EF4-FFF2-40B4-BE49-F238E27FC236}">
                <a16:creationId xmlns:a16="http://schemas.microsoft.com/office/drawing/2014/main" id="{A67B95F9-80E6-4739-B870-A1B55E6A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38625"/>
            <a:ext cx="604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6D8"/>
                </a:solidFill>
                <a:latin typeface="Microsoft YaHei"/>
                <a:ea typeface="Microsoft YaHei"/>
                <a:cs typeface="Microsoft YaHei"/>
              </a:rPr>
              <a:t>我的热爱</a:t>
            </a:r>
          </a:p>
        </p:txBody>
      </p:sp>
      <p:sp>
        <p:nvSpPr>
          <p:cNvPr id="13" name="hobbies-1">
            <a:extLst xmlns:a="http://schemas.openxmlformats.org/drawingml/2006/main">
              <a:ext uri="{FF2B5EF4-FFF2-40B4-BE49-F238E27FC236}">
                <a16:creationId xmlns:a16="http://schemas.microsoft.com/office/drawing/2014/main" id="{825DF8DB-0872-42B1-836C-A70D9412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48200"/>
            <a:ext cx="604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92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92C4E"/>
                </a:solidFill>
                <a:latin typeface="Microsoft YaHei"/>
                <a:ea typeface="Microsoft YaHei"/>
                <a:cs typeface="Microsoft YaHei"/>
              </a:rPr>
              <a:t>编程、历史、看足球、</a:t>
            </a:r>
          </a:p>
        </p:txBody>
      </p:sp>
      <p:sp>
        <p:nvSpPr>
          <p:cNvPr id="14" name="hobbies-2">
            <a:extLst xmlns:a="http://schemas.openxmlformats.org/drawingml/2006/main">
              <a:ext uri="{FF2B5EF4-FFF2-40B4-BE49-F238E27FC236}">
                <a16:creationId xmlns:a16="http://schemas.microsoft.com/office/drawing/2014/main" id="{BABEEFD5-0CC6-4428-8EF4-26001508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57775"/>
            <a:ext cx="604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92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92C4E"/>
                </a:solidFill>
                <a:latin typeface="Microsoft YaHei"/>
                <a:ea typeface="Microsoft YaHei"/>
                <a:cs typeface="Microsoft YaHei"/>
              </a:rPr>
              <a:t>乒乓球、唱歌</a:t>
            </a:r>
          </a:p>
        </p:txBody>
      </p:sp>
      <p:sp>
        <p:nvSpPr>
          <p:cNvPr id="15" name="skills-label">
            <a:extLst xmlns:a="http://schemas.openxmlformats.org/drawingml/2006/main">
              <a:ext uri="{FF2B5EF4-FFF2-40B4-BE49-F238E27FC236}">
                <a16:creationId xmlns:a16="http://schemas.microsoft.com/office/drawing/2014/main" id="{6F4CB89E-E9BB-4BAA-9390-319635EC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819775"/>
            <a:ext cx="604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6D8"/>
                </a:solidFill>
                <a:latin typeface="Microsoft YaHei"/>
                <a:ea typeface="Microsoft YaHei"/>
                <a:cs typeface="Microsoft YaHei"/>
              </a:rPr>
              <a:t>我的拿手好戏</a:t>
            </a:r>
          </a:p>
        </p:txBody>
      </p:sp>
      <p:sp>
        <p:nvSpPr>
          <p:cNvPr id="16" name="skills">
            <a:extLst xmlns:a="http://schemas.openxmlformats.org/drawingml/2006/main">
              <a:ext uri="{FF2B5EF4-FFF2-40B4-BE49-F238E27FC236}">
                <a16:creationId xmlns:a16="http://schemas.microsoft.com/office/drawing/2014/main" id="{675F3157-A9DF-4752-8B0D-D11196A8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219825"/>
            <a:ext cx="6048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2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92C4E"/>
                </a:solidFill>
                <a:latin typeface="Microsoft YaHei"/>
                <a:ea typeface="Microsoft YaHei"/>
                <a:cs typeface="Microsoft YaHei"/>
              </a:rPr>
              <a:t>编程与乒乓球</a:t>
            </a:r>
          </a:p>
        </p:txBody>
      </p:sp>
      <p:sp>
        <p:nvSpPr>
          <p:cNvPr id="17" name="goal-label">
            <a:extLst xmlns:a="http://schemas.openxmlformats.org/drawingml/2006/main">
              <a:ext uri="{FF2B5EF4-FFF2-40B4-BE49-F238E27FC236}">
                <a16:creationId xmlns:a16="http://schemas.microsoft.com/office/drawing/2014/main" id="{E4FB2852-423B-47A7-B2BD-25DAA8E8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029450"/>
            <a:ext cx="604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6D8"/>
                </a:solidFill>
                <a:latin typeface="Microsoft YaHei"/>
                <a:ea typeface="Microsoft YaHei"/>
                <a:cs typeface="Microsoft YaHei"/>
              </a:rPr>
              <a:t>我的目标</a:t>
            </a:r>
          </a:p>
        </p:txBody>
      </p:sp>
      <p:sp>
        <p:nvSpPr>
          <p:cNvPr id="18" name="goal">
            <a:extLst xmlns:a="http://schemas.openxmlformats.org/drawingml/2006/main">
              <a:ext uri="{FF2B5EF4-FFF2-40B4-BE49-F238E27FC236}">
                <a16:creationId xmlns:a16="http://schemas.microsoft.com/office/drawing/2014/main" id="{D4FA6BFD-D74A-4200-B0A4-63E2B435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429500"/>
            <a:ext cx="604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92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92C4E"/>
                </a:solidFill>
                <a:latin typeface="Microsoft YaHei"/>
                <a:ea typeface="Microsoft YaHei"/>
                <a:cs typeface="Microsoft YaHei"/>
              </a:rPr>
              <a:t>持续学习，充实自己。</a:t>
            </a:r>
          </a:p>
        </p:txBody>
      </p:sp>
      <p:sp>
        <p:nvSpPr>
          <p:cNvPr id="19" name="symbol-caption">
            <a:extLst xmlns:a="http://schemas.openxmlformats.org/drawingml/2006/main">
              <a:ext uri="{FF2B5EF4-FFF2-40B4-BE49-F238E27FC236}">
                <a16:creationId xmlns:a16="http://schemas.microsoft.com/office/drawing/2014/main" id="{27BBB13A-3EF7-4828-800A-60879F4F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676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8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17C"/>
                </a:solidFill>
                <a:latin typeface="Microsoft YaHei"/>
                <a:ea typeface="Microsoft YaHei"/>
                <a:cs typeface="Microsoft YaHei"/>
              </a:rPr>
              <a:t>品牌符号：代码括号 × 乒乓球拍</a:t>
            </a:r>
          </a:p>
        </p:txBody>
      </p:sp>
    </p:spTree>
    <p:extLst>
      <p:ext uri="{BB962C8B-B14F-4D97-AF65-F5344CB8AC3E}">
        <p14:creationId xmlns:p14="http://schemas.microsoft.com/office/powerpoint/2010/main" val="6355399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2026-10-08T14:50:50.4220000Z</dcterms:created>
  <dcterms:modified xsi:type="dcterms:W3CDTF">2026-10-08T14:50:50.4230000Z</dcterms:modified>
</coreProperties>
</file>